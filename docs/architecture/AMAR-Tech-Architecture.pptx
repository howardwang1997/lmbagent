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mar-tech-arch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mar-tech-arch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7294" y="284798"/>
            <a:ext cx="11292459" cy="381381"/>
            <a:chOff x="447294" y="284798"/>
            <a:chExt cx="11292459" cy="381381"/>
          </a:xfrm>
        </p:grpSpPr>
        <p:sp>
          <p:nvSpPr>
            <p:cNvPr id="2" name="TextBox 2"/>
            <p:cNvSpPr txBox="1"/>
            <p:nvPr/>
          </p:nvSpPr>
          <p:spPr>
            <a:xfrm>
              <a:off x="447294" y="284798"/>
              <a:ext cx="390698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11827"/>
                  </a:solidFill>
                  <a:latin typeface="Segoe UI"/>
                  <a:ea typeface="Microsoft YaHei"/>
                  <a:cs typeface="Segoe UI"/>
                </a:rPr>
                <a:t>AMAR Data Pipeline · 技术架构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8790326" y="390049"/>
              <a:ext cx="29494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Edge → Storage → K8s ETL → Lakehouse → Agent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647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457200" y="838200"/>
            <a:ext cx="3619500" cy="1905000"/>
            <a:chOff x="457200" y="838200"/>
            <a:chExt cx="3619500" cy="1905000"/>
          </a:xfrm>
        </p:grpSpPr>
        <p:sp>
          <p:nvSpPr>
            <p:cNvPr id="6" name="Rectangle 6"/>
            <p:cNvSpPr/>
            <p:nvPr/>
          </p:nvSpPr>
          <p:spPr>
            <a:xfrm>
              <a:off x="457200" y="838200"/>
              <a:ext cx="3619500" cy="1905000"/>
            </a:xfrm>
            <a:prstGeom prst="roundRect">
              <a:avLst>
                <a:gd name="adj" fmla="val 4000"/>
              </a:avLst>
            </a:prstGeom>
            <a:solidFill>
              <a:srgbClr val="F8FAFC"/>
            </a:solidFill>
            <a:ln w="14288">
              <a:solidFill>
                <a:srgbClr val="E5E7EB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04838" y="969645"/>
              <a:ext cx="86979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01 EDGE / LAB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04838" y="1149191"/>
              <a:ext cx="63936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6B7280"/>
                  </a:solidFill>
                  <a:latin typeface="Segoe UI"/>
                  <a:ea typeface="Microsoft YaHei"/>
                  <a:cs typeface="Segoe UI"/>
                </a:rPr>
                <a:t>AMAR实验室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1409700"/>
              <a:ext cx="914400" cy="4191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1261" y="14920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111827"/>
                  </a:solidFill>
                  <a:latin typeface="Segoe UI"/>
                  <a:ea typeface="Microsoft YaHei"/>
                  <a:cs typeface="Segoe UI"/>
                </a:rPr>
                <a:t>测试终端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6427" y="1660684"/>
              <a:ext cx="600746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6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Modbus / USB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638300" y="1409700"/>
              <a:ext cx="914400" cy="4191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869961" y="14920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111827"/>
                  </a:solidFill>
                  <a:latin typeface="Segoe UI"/>
                  <a:ea typeface="Microsoft YaHei"/>
                  <a:cs typeface="Segoe UI"/>
                </a:rPr>
                <a:t>测试终端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16242" y="1660684"/>
              <a:ext cx="558516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6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CSV / Binary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667000" y="1409700"/>
              <a:ext cx="533400" cy="4191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  <a:custDash>
                <a:ds d="333333" sp="250000"/>
              </a:custDash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828982" y="156019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9CA3AF"/>
                  </a:solidFill>
                  <a:latin typeface="Segoe UI"/>
                  <a:ea typeface="Segoe UI"/>
                  <a:cs typeface="Segoe UI"/>
                </a:rPr>
                <a:t>...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09600" y="2000250"/>
              <a:ext cx="1524000" cy="5334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63942" y="2112645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11827"/>
                  </a:solidFill>
                  <a:latin typeface="Segoe UI"/>
                  <a:ea typeface="Microsoft YaHei"/>
                  <a:cs typeface="Segoe UI"/>
                </a:rPr>
                <a:t>实验室电脑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0831" y="2308384"/>
              <a:ext cx="126153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6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Edge Agent · buffer + retry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324100" y="2000250"/>
              <a:ext cx="1524000" cy="5334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788981" y="2112645"/>
              <a:ext cx="5942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AMAR NAS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639852" y="2308384"/>
              <a:ext cx="892496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6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NFS / SMB · staging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066800" y="18288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11430">
              <a:solidFill>
                <a:srgbClr val="94A3B8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095500" y="18288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11430">
              <a:solidFill>
                <a:srgbClr val="94A3B8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2133600" y="226695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1430">
              <a:solidFill>
                <a:srgbClr val="94A3B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205038" y="2145030"/>
              <a:ext cx="150343" cy="119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00" dirty="0">
                  <a:solidFill>
                    <a:srgbClr val="64748B"/>
                  </a:solidFill>
                  <a:latin typeface="Segoe UI"/>
                  <a:ea typeface="Segoe UI"/>
                  <a:cs typeface="Segoe UI"/>
                </a:rPr>
                <a:t>NFS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57700" y="838200"/>
            <a:ext cx="3429000" cy="1905000"/>
            <a:chOff x="4457700" y="838200"/>
            <a:chExt cx="3429000" cy="1905000"/>
          </a:xfrm>
        </p:grpSpPr>
        <p:sp>
          <p:nvSpPr>
            <p:cNvPr id="28" name="Rectangle 28"/>
            <p:cNvSpPr/>
            <p:nvPr/>
          </p:nvSpPr>
          <p:spPr>
            <a:xfrm>
              <a:off x="4457700" y="838200"/>
              <a:ext cx="3429000" cy="1905000"/>
            </a:xfrm>
            <a:prstGeom prst="roundRect">
              <a:avLst>
                <a:gd name="adj" fmla="val 4000"/>
              </a:avLst>
            </a:prstGeom>
            <a:solidFill>
              <a:srgbClr val="F8FAFC"/>
            </a:solidFill>
            <a:ln w="14288">
              <a:solidFill>
                <a:srgbClr val="E5E7E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05338" y="969645"/>
              <a:ext cx="170317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02 SYNC + OBJECT STORAGE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05338" y="1149191"/>
              <a:ext cx="6335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6B7280"/>
                  </a:solidFill>
                  <a:latin typeface="Segoe UI"/>
                  <a:ea typeface="Microsoft YaHei"/>
                  <a:cs typeface="Segoe UI"/>
                </a:rPr>
                <a:t>智算 Bucket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610100" y="1409700"/>
              <a:ext cx="1428750" cy="1104900"/>
            </a:xfrm>
            <a:prstGeom prst="roundRect">
              <a:avLst>
                <a:gd name="adj" fmla="val 5172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898793" y="1541145"/>
              <a:ext cx="8513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Sync Gateway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937526" y="1755934"/>
              <a:ext cx="773897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6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rclone / uploader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117782" y="1919288"/>
              <a:ext cx="41338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2563EB"/>
                  </a:solidFill>
                  <a:latin typeface="Segoe UI"/>
                  <a:ea typeface="Microsoft YaHei"/>
                  <a:cs typeface="Segoe UI"/>
                </a:rPr>
                <a:t>断点续传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048888" y="2079784"/>
              <a:ext cx="551175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80" dirty="0">
                  <a:solidFill>
                    <a:srgbClr val="2563EB"/>
                  </a:solidFill>
                  <a:latin typeface="Segoe UI"/>
                  <a:ea typeface="Microsoft YaHei"/>
                  <a:cs typeface="Segoe UI"/>
                </a:rPr>
                <a:t>SHA256 去重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835391" y="2270284"/>
              <a:ext cx="97816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80" dirty="0">
                  <a:solidFill>
                    <a:srgbClr val="6B7280"/>
                  </a:solidFill>
                  <a:latin typeface="Segoe UI"/>
                  <a:ea typeface="Microsoft YaHei"/>
                  <a:cs typeface="Segoe UI"/>
                </a:rPr>
                <a:t>Daily Cron · 存量+增量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05550" y="1409700"/>
              <a:ext cx="1390650" cy="1104900"/>
            </a:xfrm>
            <a:prstGeom prst="roundRect">
              <a:avLst>
                <a:gd name="adj" fmla="val 5172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03663" y="1541145"/>
              <a:ext cx="7944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AMAR Bucket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97830" y="1755934"/>
              <a:ext cx="406090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6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S3 / OSS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91041" y="1927384"/>
              <a:ext cx="81966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6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/raw/yyyy/mm/dd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61290" y="2079784"/>
              <a:ext cx="879170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6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landing · versioning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61986" y="2270284"/>
              <a:ext cx="67777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68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lifecycle policy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191500" y="838200"/>
            <a:ext cx="3543300" cy="1905000"/>
            <a:chOff x="8191500" y="838200"/>
            <a:chExt cx="3543300" cy="1905000"/>
          </a:xfrm>
        </p:grpSpPr>
        <p:sp>
          <p:nvSpPr>
            <p:cNvPr id="44" name="Rectangle 44"/>
            <p:cNvSpPr/>
            <p:nvPr/>
          </p:nvSpPr>
          <p:spPr>
            <a:xfrm>
              <a:off x="8191500" y="838200"/>
              <a:ext cx="3543300" cy="1905000"/>
            </a:xfrm>
            <a:prstGeom prst="roundRect">
              <a:avLst>
                <a:gd name="adj" fmla="val 4000"/>
              </a:avLst>
            </a:prstGeom>
            <a:solidFill>
              <a:srgbClr val="EFF6FF"/>
            </a:solidFill>
            <a:ln w="14288">
              <a:solidFill>
                <a:srgbClr val="BFDBF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339138" y="1007745"/>
              <a:ext cx="4060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1D4ED8"/>
                  </a:solidFill>
                  <a:latin typeface="Segoe UI"/>
                  <a:ea typeface="Segoe UI"/>
                  <a:cs typeface="Segoe UI"/>
                </a:rPr>
                <a:t>NOTES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39138" y="1274445"/>
              <a:ext cx="11971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1F2937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存量：全量同步一次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39138" y="1483995"/>
              <a:ext cx="131083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1F2937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增量：每日 Cron 更新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39138" y="1693545"/>
              <a:ext cx="169545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1F2937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断点续传：multipart / ETag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339138" y="1903095"/>
              <a:ext cx="186025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1F2937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去重：content-hash (SHA256)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39138" y="2196941"/>
              <a:ext cx="2014220" cy="352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820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脚本 → Pod · 清洗=CronJob · 入库=Job</a:t>
              </a:r>
              <a:br/>
              <a:r>
                <a:rPr lang="en-US" sz="820" dirty="0">
                  <a:solidFill>
                    <a:srgbClr val="4B5563"/>
                  </a:solidFill>
                  <a:latin typeface="Segoe UI"/>
                  <a:ea typeface="Segoe UI"/>
                  <a:cs typeface="Segoe UI"/>
                </a:rPr>
                <a:t>ns: edge-sync / amar-etl / amar-agent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457200" y="3048000"/>
            <a:ext cx="11277600" cy="1524000"/>
            <a:chOff x="457200" y="3048000"/>
            <a:chExt cx="11277600" cy="1524000"/>
          </a:xfrm>
        </p:grpSpPr>
        <p:sp>
          <p:nvSpPr>
            <p:cNvPr id="52" name="Rectangle 52"/>
            <p:cNvSpPr/>
            <p:nvPr/>
          </p:nvSpPr>
          <p:spPr>
            <a:xfrm>
              <a:off x="457200" y="3048000"/>
              <a:ext cx="11277600" cy="1524000"/>
            </a:xfrm>
            <a:prstGeom prst="roundRect">
              <a:avLst>
                <a:gd name="adj" fmla="val 5000"/>
              </a:avLst>
            </a:prstGeom>
            <a:solidFill>
              <a:srgbClr val="F8FAFC"/>
            </a:solidFill>
            <a:ln w="14288">
              <a:solidFill>
                <a:srgbClr val="E5E7EB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04838" y="3179445"/>
              <a:ext cx="270026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03 K8S ETL CLUSTER · namespace: amar-etl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09600" y="3467100"/>
              <a:ext cx="2095500" cy="9144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179194" y="3609499"/>
              <a:ext cx="9563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Orchestrator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26381" y="3843338"/>
              <a:ext cx="1261939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Airflow / Argo Workflows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27652" y="4014788"/>
              <a:ext cx="1259396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DAG · ConfigMap / Secret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6212" y="4186238"/>
              <a:ext cx="1002277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Prometheus metrics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3048000" y="3467100"/>
              <a:ext cx="2476500" cy="9144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3833838" y="3609499"/>
              <a:ext cx="9048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Cleaning Pods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983164" y="3843338"/>
              <a:ext cx="606171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K8s CronJob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467574" y="4014788"/>
              <a:ext cx="1637351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Spark / Python · schema validate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718322" y="4186238"/>
              <a:ext cx="1135856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output: Parquet / ORC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867400" y="3467100"/>
              <a:ext cx="2476500" cy="9144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615134" y="3609499"/>
              <a:ext cx="9810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Ingestion Pods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915036" y="3843338"/>
              <a:ext cx="381229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K8s Job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332468" y="4014788"/>
              <a:ext cx="1546363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Spark SQL / Flink · Hive upsert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457120" y="4186238"/>
              <a:ext cx="1297060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partition overwrite · DLQ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8686800" y="3467100"/>
              <a:ext cx="2819400" cy="9144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650257" y="3609499"/>
              <a:ext cx="8924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K8s Platform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22408" y="3843338"/>
              <a:ext cx="1348184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HPA · ResourceQuota · PVC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305242" y="4014788"/>
              <a:ext cx="158251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ServiceAccount · NetworkPolicy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365737" y="4186238"/>
              <a:ext cx="1461527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Observability scrape targets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457200" y="4876800"/>
            <a:ext cx="5334000" cy="1600200"/>
            <a:chOff x="457200" y="4876800"/>
            <a:chExt cx="5334000" cy="1600200"/>
          </a:xfrm>
        </p:grpSpPr>
        <p:sp>
          <p:nvSpPr>
            <p:cNvPr id="75" name="Rectangle 75"/>
            <p:cNvSpPr/>
            <p:nvPr/>
          </p:nvSpPr>
          <p:spPr>
            <a:xfrm>
              <a:off x="457200" y="4876800"/>
              <a:ext cx="5334000" cy="1600200"/>
            </a:xfrm>
            <a:prstGeom prst="roundRect">
              <a:avLst>
                <a:gd name="adj" fmla="val 4762"/>
              </a:avLst>
            </a:prstGeom>
            <a:solidFill>
              <a:srgbClr val="F8FAFC"/>
            </a:solidFill>
            <a:ln w="14288">
              <a:solidFill>
                <a:srgbClr val="E5E7EB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04838" y="5008245"/>
              <a:ext cx="152843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04 LAKEHOUSE + SERVING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609600" y="5295900"/>
              <a:ext cx="1524000" cy="9525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97816" y="5457349"/>
              <a:ext cx="9475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Hive / Iceberg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948118" y="5691188"/>
              <a:ext cx="846963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ODS → DWD → DWS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12373" y="5862638"/>
              <a:ext cx="718453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Trino / Presto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76192" y="6034088"/>
              <a:ext cx="1190816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partition: date / device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2324100" y="5295900"/>
              <a:ext cx="1524000" cy="9525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2804472" y="5457349"/>
              <a:ext cx="5632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Cloud DB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2561272" y="5691188"/>
              <a:ext cx="104965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PostgreSQL / MySQL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2596706" y="5862638"/>
              <a:ext cx="978789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feature + metadata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2786015" y="6034088"/>
              <a:ext cx="600170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read replica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4038600" y="5295900"/>
              <a:ext cx="1524000" cy="9525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4347352" y="5457349"/>
              <a:ext cx="9064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Cache / Index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443329" y="5691188"/>
              <a:ext cx="71454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Redis hot path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4458667" y="5862638"/>
              <a:ext cx="683866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Elasticsearch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4333923" y="6034088"/>
              <a:ext cx="93335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vector index (opt)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096000" y="4876800"/>
            <a:ext cx="5638800" cy="1600200"/>
            <a:chOff x="6096000" y="4876800"/>
            <a:chExt cx="5638800" cy="1600200"/>
          </a:xfrm>
        </p:grpSpPr>
        <p:sp>
          <p:nvSpPr>
            <p:cNvPr id="93" name="Rectangle 93"/>
            <p:cNvSpPr/>
            <p:nvPr/>
          </p:nvSpPr>
          <p:spPr>
            <a:xfrm>
              <a:off x="6096000" y="4876800"/>
              <a:ext cx="5638800" cy="1600200"/>
            </a:xfrm>
            <a:prstGeom prst="roundRect">
              <a:avLst>
                <a:gd name="adj" fmla="val 4762"/>
              </a:avLst>
            </a:prstGeom>
            <a:solidFill>
              <a:srgbClr val="F8FAFC"/>
            </a:solidFill>
            <a:ln w="14288">
              <a:solidFill>
                <a:srgbClr val="E5E7EB"/>
              </a:solidFill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6243638" y="5008245"/>
              <a:ext cx="237617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05 AGENT PLATFORM · ns: amar-agent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6248400" y="5295900"/>
              <a:ext cx="1333500" cy="9525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8">
              <a:solidFill>
                <a:srgbClr val="93C5FD"/>
              </a:solidFill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6502923" y="5533549"/>
              <a:ext cx="824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API Gateway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6555923" y="5767388"/>
              <a:ext cx="718453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Ingress / Kong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6502234" y="5938838"/>
              <a:ext cx="82583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Auth + rate limit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7810500" y="5295900"/>
              <a:ext cx="2286000" cy="952500"/>
            </a:xfrm>
            <a:prstGeom prst="roundRect">
              <a:avLst>
                <a:gd name="adj" fmla="val 6000"/>
              </a:avLst>
            </a:prstGeom>
            <a:solidFill>
              <a:srgbClr val="EFF6FF"/>
            </a:solidFill>
            <a:ln w="17145">
              <a:solidFill>
                <a:srgbClr val="2563EB"/>
              </a:solidFill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8469626" y="5457349"/>
              <a:ext cx="9677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Agent Runtime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8424100" y="5691188"/>
              <a:ext cx="1058799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K8s Deployment + HPA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8389826" y="5862638"/>
              <a:ext cx="1127347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RAG / Tool-calling Pods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544293" y="6034088"/>
              <a:ext cx="818414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Hive + PG + Redis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10325100" y="5295900"/>
              <a:ext cx="1181100" cy="9525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10790993" y="5541645"/>
              <a:ext cx="249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11827"/>
                  </a:solidFill>
                  <a:latin typeface="Segoe UI"/>
                  <a:ea typeface="Segoe UI"/>
                  <a:cs typeface="Segoe UI"/>
                </a:rPr>
                <a:t>Obs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10616505" y="5767388"/>
              <a:ext cx="598289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Prom + Graf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0539156" y="5938838"/>
              <a:ext cx="752988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6B7280"/>
                  </a:solidFill>
                  <a:latin typeface="Segoe UI"/>
                  <a:ea typeface="Segoe UI"/>
                  <a:cs typeface="Segoe UI"/>
                </a:rPr>
                <a:t>OpenTelemetry</a:t>
              </a:r>
            </a:p>
          </p:txBody>
        </p:sp>
      </p:grpSp>
      <p:grpSp>
        <p:nvGrpSpPr>
          <p:cNvPr id="127" name="Group 127"/>
          <p:cNvGrpSpPr/>
          <p:nvPr/>
        </p:nvGrpSpPr>
        <p:grpSpPr>
          <a:xfrm>
            <a:off x="2705100" y="1743075"/>
            <a:ext cx="5105400" cy="4076700"/>
            <a:chOff x="2705100" y="1743075"/>
            <a:chExt cx="5105400" cy="4076700"/>
          </a:xfrm>
        </p:grpSpPr>
        <p:sp>
          <p:nvSpPr>
            <p:cNvPr id="109" name="Freeform 109"/>
            <p:cNvSpPr/>
            <p:nvPr/>
          </p:nvSpPr>
          <p:spPr>
            <a:xfrm>
              <a:off x="4076700" y="1790700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7145">
              <a:solidFill>
                <a:srgbClr val="2563EB"/>
              </a:solidFill>
            </a:ln>
          </p:spPr>
        </p:sp>
        <p:sp>
          <p:nvSpPr>
            <p:cNvPr id="110" name="Polygon 110"/>
            <p:cNvSpPr/>
            <p:nvPr/>
          </p:nvSpPr>
          <p:spPr>
            <a:xfrm>
              <a:off x="4343400" y="1743075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11" name="Freeform 111"/>
            <p:cNvSpPr/>
            <p:nvPr/>
          </p:nvSpPr>
          <p:spPr>
            <a:xfrm>
              <a:off x="6038850" y="196215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14288">
              <a:solidFill>
                <a:srgbClr val="2563EB"/>
              </a:solidFill>
            </a:ln>
          </p:spPr>
        </p:sp>
        <p:sp>
          <p:nvSpPr>
            <p:cNvPr id="112" name="Polygon 112"/>
            <p:cNvSpPr/>
            <p:nvPr/>
          </p:nvSpPr>
          <p:spPr>
            <a:xfrm>
              <a:off x="6191250" y="1914525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6091238" y="1821180"/>
              <a:ext cx="269824" cy="119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00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S3 PUT</a:t>
              </a:r>
            </a:p>
          </p:txBody>
        </p:sp>
        <p:sp>
          <p:nvSpPr>
            <p:cNvPr id="114" name="Freeform 114"/>
            <p:cNvSpPr/>
            <p:nvPr/>
          </p:nvSpPr>
          <p:spPr>
            <a:xfrm>
              <a:off x="6172200" y="274320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7145">
              <a:solidFill>
                <a:srgbClr val="2563EB"/>
              </a:solidFill>
            </a:ln>
          </p:spPr>
        </p:sp>
        <p:sp>
          <p:nvSpPr>
            <p:cNvPr id="115" name="Polygon 115"/>
            <p:cNvSpPr/>
            <p:nvPr/>
          </p:nvSpPr>
          <p:spPr>
            <a:xfrm>
              <a:off x="6124575" y="29718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47625" y="11430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16" name="TextBox 116"/>
            <p:cNvSpPr txBox="1"/>
            <p:nvPr/>
          </p:nvSpPr>
          <p:spPr>
            <a:xfrm>
              <a:off x="6243638" y="2868930"/>
              <a:ext cx="269824" cy="119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00" dirty="0">
                  <a:solidFill>
                    <a:srgbClr val="2563EB"/>
                  </a:solidFill>
                  <a:latin typeface="Segoe UI"/>
                  <a:ea typeface="Segoe UI"/>
                  <a:cs typeface="Segoe UI"/>
                </a:rPr>
                <a:t>S3 GET</a:t>
              </a:r>
            </a:p>
          </p:txBody>
        </p:sp>
        <p:sp>
          <p:nvSpPr>
            <p:cNvPr id="117" name="Freeform 117"/>
            <p:cNvSpPr/>
            <p:nvPr/>
          </p:nvSpPr>
          <p:spPr>
            <a:xfrm>
              <a:off x="2705100" y="392430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14288">
              <a:solidFill>
                <a:srgbClr val="2563EB"/>
              </a:solidFill>
            </a:ln>
          </p:spPr>
        </p:sp>
        <p:sp>
          <p:nvSpPr>
            <p:cNvPr id="118" name="Polygon 118"/>
            <p:cNvSpPr/>
            <p:nvPr/>
          </p:nvSpPr>
          <p:spPr>
            <a:xfrm>
              <a:off x="2933700" y="3876675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19" name="Freeform 119"/>
            <p:cNvSpPr/>
            <p:nvPr/>
          </p:nvSpPr>
          <p:spPr>
            <a:xfrm>
              <a:off x="5524500" y="392430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14288">
              <a:solidFill>
                <a:srgbClr val="2563EB"/>
              </a:solidFill>
            </a:ln>
          </p:spPr>
        </p:sp>
        <p:sp>
          <p:nvSpPr>
            <p:cNvPr id="120" name="Polygon 120"/>
            <p:cNvSpPr/>
            <p:nvPr/>
          </p:nvSpPr>
          <p:spPr>
            <a:xfrm>
              <a:off x="5753100" y="3876675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21" name="Freeform 121"/>
            <p:cNvSpPr/>
            <p:nvPr/>
          </p:nvSpPr>
          <p:spPr>
            <a:xfrm>
              <a:off x="3124200" y="457200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7145">
              <a:solidFill>
                <a:srgbClr val="2563EB"/>
              </a:solidFill>
            </a:ln>
          </p:spPr>
        </p:sp>
        <p:sp>
          <p:nvSpPr>
            <p:cNvPr id="122" name="Polygon 122"/>
            <p:cNvSpPr/>
            <p:nvPr/>
          </p:nvSpPr>
          <p:spPr>
            <a:xfrm>
              <a:off x="3076575" y="4800600"/>
              <a:ext cx="95250" cy="76200"/>
            </a:xfrm>
            <a:custGeom>
              <a:avLst/>
              <a:gdLst/>
              <a:ahLst/>
              <a:cxnLst/>
              <a:rect l="l" t="t" r="r" b="b"/>
              <a:pathLst>
                <a:path w="95250" h="76200">
                  <a:moveTo>
                    <a:pt x="0" y="0"/>
                  </a:moveTo>
                  <a:lnTo>
                    <a:pt x="47625" y="7620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23" name="Freeform 123"/>
            <p:cNvSpPr/>
            <p:nvPr/>
          </p:nvSpPr>
          <p:spPr>
            <a:xfrm>
              <a:off x="5791200" y="577215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7145">
              <a:solidFill>
                <a:srgbClr val="2563EB"/>
              </a:solidFill>
            </a:ln>
          </p:spPr>
        </p:sp>
        <p:sp>
          <p:nvSpPr>
            <p:cNvPr id="124" name="Polygon 124"/>
            <p:cNvSpPr/>
            <p:nvPr/>
          </p:nvSpPr>
          <p:spPr>
            <a:xfrm>
              <a:off x="5981700" y="5724525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25" name="Freeform 125"/>
            <p:cNvSpPr/>
            <p:nvPr/>
          </p:nvSpPr>
          <p:spPr>
            <a:xfrm>
              <a:off x="7581900" y="57721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4288">
              <a:solidFill>
                <a:srgbClr val="2563EB"/>
              </a:solidFill>
            </a:ln>
          </p:spPr>
        </p:sp>
        <p:sp>
          <p:nvSpPr>
            <p:cNvPr id="126" name="Polygon 126"/>
            <p:cNvSpPr/>
            <p:nvPr/>
          </p:nvSpPr>
          <p:spPr>
            <a:xfrm>
              <a:off x="7696200" y="5724525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mar-tech-arch">
  <a:themeElements>
    <a:clrScheme name="amar-tech-arch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mar-tech-arch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mar-tech-ar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2026-08-27T03:21:02Z</dcterms:created>
  <dcterms:modified xsi:type="dcterms:W3CDTF">2026-08-27T03:21:02Z</dcterms:modified>
  <cp:category/>
  <cp:contentStatus/>
</cp:coreProperties>
</file>